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77" r:id="rId3"/>
    <p:sldId id="278" r:id="rId4"/>
    <p:sldId id="279" r:id="rId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14/02/2026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14/02/2026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A6D08AB-61BB-EEE3-6719-CF79ED3E2468}"/>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272790"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1.3 –UML EVENTCONTROL</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943100" y="6070067"/>
            <a:ext cx="7812505" cy="1078244"/>
          </a:xfrm>
          <a:prstGeom prst="rect">
            <a:avLst/>
          </a:prstGeom>
          <a:noFill/>
        </p:spPr>
        <p:txBody>
          <a:bodyPr wrap="square">
            <a:spAutoFit/>
          </a:bodyPr>
          <a:lstStyle/>
          <a:p>
            <a:pPr algn="ctr">
              <a:lnSpc>
                <a:spcPct val="107000"/>
              </a:lnSpc>
              <a:spcAft>
                <a:spcPts val="800"/>
              </a:spcAft>
              <a:buNone/>
            </a:pPr>
            <a:r>
              <a:rPr lang="es-MX" sz="2000" b="1" kern="0">
                <a:latin typeface="Arial" panose="020B0604020202020204" pitchFamily="34" charset="0"/>
                <a:ea typeface="Times New Roman" panose="02020603050405020304" pitchFamily="18" charset="0"/>
                <a:cs typeface="Arial" panose="020B0604020202020204" pitchFamily="34" charset="0"/>
              </a:rPr>
              <a:t>06</a:t>
            </a:r>
            <a:r>
              <a:rPr lang="es-MX" sz="2000" b="1" kern="0">
                <a:effectLst/>
                <a:latin typeface="Arial" panose="020B0604020202020204" pitchFamily="34" charset="0"/>
                <a:ea typeface="Times New Roman" panose="02020603050405020304" pitchFamily="18" charset="0"/>
                <a:cs typeface="Arial" panose="020B0604020202020204" pitchFamily="34" charset="0"/>
              </a:rPr>
              <a:t>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FEBRERO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graphicFrame>
        <p:nvGraphicFramePr>
          <p:cNvPr id="2" name="Tabla 1">
            <a:extLst>
              <a:ext uri="{FF2B5EF4-FFF2-40B4-BE49-F238E27FC236}">
                <a16:creationId xmlns:a16="http://schemas.microsoft.com/office/drawing/2014/main" id="{51BE557D-A0FC-B3DC-7988-CE5D6EE8CD12}"/>
              </a:ext>
            </a:extLst>
          </p:cNvPr>
          <p:cNvGraphicFramePr>
            <a:graphicFrameLocks noGrp="1"/>
          </p:cNvGraphicFramePr>
          <p:nvPr>
            <p:extLst>
              <p:ext uri="{D42A27DB-BD31-4B8C-83A1-F6EECF244321}">
                <p14:modId xmlns:p14="http://schemas.microsoft.com/office/powerpoint/2010/main" val="21348616"/>
              </p:ext>
            </p:extLst>
          </p:nvPr>
        </p:nvGraphicFramePr>
        <p:xfrm>
          <a:off x="3249461" y="3714744"/>
          <a:ext cx="4505960" cy="1016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Amaury Jahaziel Gordillo Hernandez</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dirty="0">
                          <a:solidFill>
                            <a:schemeClr val="tx1"/>
                          </a:solidFill>
                          <a:effectLst/>
                          <a:latin typeface="+mn-lt"/>
                          <a:ea typeface="+mn-ea"/>
                          <a:cs typeface="+mn-cs"/>
                        </a:rPr>
                        <a:t>231260076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9795924"/>
                  </a:ext>
                </a:extLst>
              </a:tr>
            </a:tbl>
          </a:graphicData>
        </a:graphic>
      </p:graphicFrame>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84AC19-6C54-FA7A-AE87-739748DE7521}"/>
              </a:ext>
            </a:extLst>
          </p:cNvPr>
          <p:cNvSpPr>
            <a:spLocks noGrp="1"/>
          </p:cNvSpPr>
          <p:nvPr>
            <p:ph type="title"/>
          </p:nvPr>
        </p:nvSpPr>
        <p:spPr/>
        <p:txBody>
          <a:bodyPr/>
          <a:lstStyle/>
          <a:p>
            <a:r>
              <a:rPr lang="es-MX" b="1" dirty="0">
                <a:solidFill>
                  <a:schemeClr val="accent1"/>
                </a:solidFill>
              </a:rPr>
              <a:t>introducción</a:t>
            </a:r>
          </a:p>
        </p:txBody>
      </p:sp>
      <p:sp>
        <p:nvSpPr>
          <p:cNvPr id="3" name="Marcador de contenido 2">
            <a:extLst>
              <a:ext uri="{FF2B5EF4-FFF2-40B4-BE49-F238E27FC236}">
                <a16:creationId xmlns:a16="http://schemas.microsoft.com/office/drawing/2014/main" id="{67D8D01A-7046-678A-60D3-687416C4A93B}"/>
              </a:ext>
            </a:extLst>
          </p:cNvPr>
          <p:cNvSpPr>
            <a:spLocks noGrp="1"/>
          </p:cNvSpPr>
          <p:nvPr>
            <p:ph idx="1"/>
          </p:nvPr>
        </p:nvSpPr>
        <p:spPr/>
        <p:txBody>
          <a:bodyPr>
            <a:normAutofit fontScale="92500" lnSpcReduction="20000"/>
          </a:bodyPr>
          <a:lstStyle/>
          <a:p>
            <a:pPr marL="0" indent="0" algn="just">
              <a:buNone/>
            </a:pPr>
            <a:r>
              <a:rPr lang="es-MX" dirty="0"/>
              <a:t>Una vez identificada la problemática relacionada con el control de invitados en bodas y definidos los requisitos funcionales y no funcionales del sistema EVENT CONTROL  es necesario representar de manera estructurada la solución propuesta mediante un modelo visual. Para ello, se elaboró un Diagrama UML de clases, el cual permite describir la arquitectura lógica del sistema, sus componentes principales y las relaciones entre ellos.</a:t>
            </a:r>
          </a:p>
          <a:p>
            <a:pPr marL="0" indent="0" algn="just">
              <a:buNone/>
            </a:pPr>
            <a:r>
              <a:rPr lang="es-MX" dirty="0"/>
              <a:t>El uso del Lenguaje Unificado de Modelado (UML) facilita la comprensión del diseño del sistema antes de su implementación, ya que permite organizar de forma clara las entidades involucradas, los atributos que las componen y la interacción entre ellas. En el caso de EVENT CONTROL, el diagrama modela elementos como la configuración del evento, las mesas, los pases de invitados, los registros de entrada y los usuarios responsables de la gestión del sistema.</a:t>
            </a:r>
          </a:p>
          <a:p>
            <a:pPr marL="0" indent="0" algn="just">
              <a:buNone/>
            </a:pPr>
            <a:r>
              <a:rPr lang="es-MX" dirty="0"/>
              <a:t>.</a:t>
            </a:r>
          </a:p>
        </p:txBody>
      </p:sp>
    </p:spTree>
    <p:extLst>
      <p:ext uri="{BB962C8B-B14F-4D97-AF65-F5344CB8AC3E}">
        <p14:creationId xmlns:p14="http://schemas.microsoft.com/office/powerpoint/2010/main" val="4259682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CCAA6F9-6939-DD5F-5BC2-5C46F40226DA}"/>
              </a:ext>
            </a:extLst>
          </p:cNvPr>
          <p:cNvPicPr>
            <a:picLocks noChangeAspect="1"/>
          </p:cNvPicPr>
          <p:nvPr/>
        </p:nvPicPr>
        <p:blipFill>
          <a:blip r:embed="rId2">
            <a:extLst>
              <a:ext uri="{28A0092B-C50C-407E-A947-70E740481C1C}">
                <a14:useLocalDpi xmlns:a14="http://schemas.microsoft.com/office/drawing/2010/main" val="0"/>
              </a:ext>
            </a:extLst>
          </a:blip>
          <a:srcRect l="14687" r="11484"/>
          <a:stretch>
            <a:fillRect/>
          </a:stretch>
        </p:blipFill>
        <p:spPr>
          <a:xfrm>
            <a:off x="-76066" y="-301270"/>
            <a:ext cx="10867892" cy="7159269"/>
          </a:xfrm>
          <a:prstGeom prst="rect">
            <a:avLst/>
          </a:prstGeom>
        </p:spPr>
      </p:pic>
    </p:spTree>
    <p:extLst>
      <p:ext uri="{BB962C8B-B14F-4D97-AF65-F5344CB8AC3E}">
        <p14:creationId xmlns:p14="http://schemas.microsoft.com/office/powerpoint/2010/main" val="2101113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F7995F-BE6B-81AC-4F35-0189D368FCE6}"/>
              </a:ext>
            </a:extLst>
          </p:cNvPr>
          <p:cNvSpPr>
            <a:spLocks noGrp="1"/>
          </p:cNvSpPr>
          <p:nvPr>
            <p:ph type="title"/>
          </p:nvPr>
        </p:nvSpPr>
        <p:spPr/>
        <p:txBody>
          <a:bodyPr/>
          <a:lstStyle/>
          <a:p>
            <a:r>
              <a:rPr lang="es-MX" b="1" dirty="0">
                <a:solidFill>
                  <a:schemeClr val="accent1"/>
                </a:solidFill>
              </a:rPr>
              <a:t>Explicación</a:t>
            </a:r>
          </a:p>
        </p:txBody>
      </p:sp>
      <p:sp>
        <p:nvSpPr>
          <p:cNvPr id="3" name="Marcador de contenido 2">
            <a:extLst>
              <a:ext uri="{FF2B5EF4-FFF2-40B4-BE49-F238E27FC236}">
                <a16:creationId xmlns:a16="http://schemas.microsoft.com/office/drawing/2014/main" id="{04CD5DA7-9E96-576A-3F77-1B88DDCDB7B3}"/>
              </a:ext>
            </a:extLst>
          </p:cNvPr>
          <p:cNvSpPr>
            <a:spLocks noGrp="1"/>
          </p:cNvSpPr>
          <p:nvPr>
            <p:ph idx="1"/>
          </p:nvPr>
        </p:nvSpPr>
        <p:spPr/>
        <p:txBody>
          <a:bodyPr/>
          <a:lstStyle/>
          <a:p>
            <a:pPr marL="0" indent="0" algn="just">
              <a:buNone/>
            </a:pPr>
            <a:r>
              <a:rPr lang="es-MX" dirty="0"/>
              <a:t>El diagrama de clases UML representa la estructura lógica del sistema EVENT CONTROL, mostrando las principales entidades y sus relaciones. Permite comprender cómo se organizan los datos, cómo interactúan las clases y cómo se cumple el objetivo de registrar invitados, controlar accesos y administrar el evento de manera digital.</a:t>
            </a:r>
          </a:p>
          <a:p>
            <a:endParaRPr lang="es-MX" dirty="0"/>
          </a:p>
        </p:txBody>
      </p:sp>
    </p:spTree>
    <p:extLst>
      <p:ext uri="{BB962C8B-B14F-4D97-AF65-F5344CB8AC3E}">
        <p14:creationId xmlns:p14="http://schemas.microsoft.com/office/powerpoint/2010/main" val="30029211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TotalTime>
  <Words>268</Words>
  <Application>Microsoft Office PowerPoint</Application>
  <PresentationFormat>Panorámica</PresentationFormat>
  <Paragraphs>27</Paragraphs>
  <Slides>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Arial</vt:lpstr>
      <vt:lpstr>Calibri</vt:lpstr>
      <vt:lpstr>Calibri Light</vt:lpstr>
      <vt:lpstr>Tema de Office</vt:lpstr>
      <vt:lpstr>Presentación de PowerPoint</vt:lpstr>
      <vt:lpstr>introducción</vt:lpstr>
      <vt:lpstr>Presentación de PowerPoint</vt:lpstr>
      <vt:lpstr>Explicación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15</cp:revision>
  <dcterms:created xsi:type="dcterms:W3CDTF">2026-02-14T13:39:49Z</dcterms:created>
  <dcterms:modified xsi:type="dcterms:W3CDTF">2026-02-15T01:44:28Z</dcterms:modified>
</cp:coreProperties>
</file>