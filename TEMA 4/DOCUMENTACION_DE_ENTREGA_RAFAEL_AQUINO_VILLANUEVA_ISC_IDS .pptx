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8" r:id="rId4"/>
    <p:sldId id="348" r:id="rId5"/>
    <p:sldId id="343" r:id="rId6"/>
    <p:sldId id="344" r:id="rId7"/>
    <p:sldId id="345" r:id="rId8"/>
    <p:sldId id="346" r:id="rId9"/>
    <p:sldId id="347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42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92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ventcontrol-lac.vercel.app/admi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betsi@miboda.com" TargetMode="External"/><Relationship Id="rId2" Type="http://schemas.openxmlformats.org/officeDocument/2006/relationships/hyperlink" Target="mailto:abi@miboda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recepcion@miboda.co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1209675" y="1824715"/>
            <a:ext cx="8667750" cy="162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INGENIERIA DE SOFTWARE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DOCUMENTACION DE ENTREGA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3615904" y="3275886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29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MARZ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El presente documento tiene como finalidad proporcionar una guía de uso del sistema </a:t>
            </a:r>
            <a:r>
              <a:rPr lang="es-MX" b="1" dirty="0" err="1"/>
              <a:t>EventControl</a:t>
            </a:r>
            <a:r>
              <a:rPr lang="es-MX" dirty="0"/>
              <a:t>, una aplicación web diseñada para la gestión de eventos mediante el control de invitados, confirmación de asistencia y validación de acceso utilizando códigos QR.</a:t>
            </a:r>
          </a:p>
          <a:p>
            <a:pPr marL="0" indent="0" algn="just">
              <a:buNone/>
            </a:pPr>
            <a:r>
              <a:rPr lang="es-MX" dirty="0"/>
              <a:t>Esta documentación está dirigida a los distintos tipos de usuarios del sistema, con el objetivo de facilitar su uso y asegurar una correcta operación durante el evento.</a:t>
            </a:r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sistema </a:t>
            </a:r>
            <a:r>
              <a:rPr lang="es-MX" b="1" dirty="0" err="1"/>
              <a:t>EventControl</a:t>
            </a:r>
            <a:r>
              <a:rPr lang="es-MX" dirty="0"/>
              <a:t> se encuentra disponible en línea a través de las siguientes direcciones web:</a:t>
            </a:r>
          </a:p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EC4B0DE-E05F-70D2-CBFF-20D1851C4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67740"/>
              </p:ext>
            </p:extLst>
          </p:nvPr>
        </p:nvGraphicFramePr>
        <p:xfrm>
          <a:off x="1187115" y="2887577"/>
          <a:ext cx="9881938" cy="23261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5768">
                  <a:extLst>
                    <a:ext uri="{9D8B030D-6E8A-4147-A177-3AD203B41FA5}">
                      <a16:colId xmlns:a16="http://schemas.microsoft.com/office/drawing/2014/main" val="1641130158"/>
                    </a:ext>
                  </a:extLst>
                </a:gridCol>
                <a:gridCol w="6396170">
                  <a:extLst>
                    <a:ext uri="{9D8B030D-6E8A-4147-A177-3AD203B41FA5}">
                      <a16:colId xmlns:a16="http://schemas.microsoft.com/office/drawing/2014/main" val="3687130958"/>
                    </a:ext>
                  </a:extLst>
                </a:gridCol>
              </a:tblGrid>
              <a:tr h="7753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 dirty="0">
                          <a:effectLst/>
                        </a:rPr>
                        <a:t>Ubicación</a:t>
                      </a:r>
                      <a:endParaRPr lang="es-MX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Enlace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4319958"/>
                  </a:ext>
                </a:extLst>
              </a:tr>
              <a:tr h="7753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Sitio principal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https://eventcontrol-lac.vercel.app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7113897"/>
                  </a:ext>
                </a:extLst>
              </a:tr>
              <a:tr h="7753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Panel de administración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u="sng" kern="100" dirty="0">
                          <a:effectLst/>
                          <a:hlinkClick r:id="rId2"/>
                        </a:rPr>
                        <a:t>https://eventcontrol-lac.vercel.app/admin/</a:t>
                      </a:r>
                      <a:endParaRPr lang="es-MX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752173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90F528FD-B4DC-34AF-7EFC-16DC345FE474}"/>
              </a:ext>
            </a:extLst>
          </p:cNvPr>
          <p:cNvSpPr txBox="1"/>
          <p:nvPr/>
        </p:nvSpPr>
        <p:spPr>
          <a:xfrm>
            <a:off x="1042737" y="681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Acceso al sistema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AF6C5-16A8-FDAE-A084-A5C6790B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Credenciales de acceso</a:t>
            </a:r>
            <a:endParaRPr lang="es-MX" dirty="0">
              <a:solidFill>
                <a:schemeClr val="accent1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5DCAE52-4D6F-BE45-6521-CC50673F3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525949"/>
              </p:ext>
            </p:extLst>
          </p:nvPr>
        </p:nvGraphicFramePr>
        <p:xfrm>
          <a:off x="2743200" y="3429000"/>
          <a:ext cx="6877050" cy="19828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6798">
                  <a:extLst>
                    <a:ext uri="{9D8B030D-6E8A-4147-A177-3AD203B41FA5}">
                      <a16:colId xmlns:a16="http://schemas.microsoft.com/office/drawing/2014/main" val="3340454122"/>
                    </a:ext>
                  </a:extLst>
                </a:gridCol>
                <a:gridCol w="2552275">
                  <a:extLst>
                    <a:ext uri="{9D8B030D-6E8A-4147-A177-3AD203B41FA5}">
                      <a16:colId xmlns:a16="http://schemas.microsoft.com/office/drawing/2014/main" val="305088622"/>
                    </a:ext>
                  </a:extLst>
                </a:gridCol>
                <a:gridCol w="1997977">
                  <a:extLst>
                    <a:ext uri="{9D8B030D-6E8A-4147-A177-3AD203B41FA5}">
                      <a16:colId xmlns:a16="http://schemas.microsoft.com/office/drawing/2014/main" val="1919651244"/>
                    </a:ext>
                  </a:extLst>
                </a:gridCol>
              </a:tblGrid>
              <a:tr h="2769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 dirty="0">
                          <a:effectLst/>
                        </a:rPr>
                        <a:t>Rol</a:t>
                      </a:r>
                      <a:endParaRPr lang="es-MX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Usuario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Contraseña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3435914"/>
                  </a:ext>
                </a:extLst>
              </a:tr>
              <a:tr h="568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Novio (Administrador)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u="none" strike="noStrike" kern="100">
                          <a:effectLst/>
                          <a:hlinkClick r:id="rId2"/>
                        </a:rPr>
                        <a:t>abi@miboda.com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Abidan2024!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725190"/>
                  </a:ext>
                </a:extLst>
              </a:tr>
              <a:tr h="568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Novia (Administrador)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u="none" strike="noStrike" kern="100">
                          <a:effectLst/>
                          <a:hlinkClick r:id="rId3"/>
                        </a:rPr>
                        <a:t>betsi@miboda.com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Betsi2024!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5788657"/>
                  </a:ext>
                </a:extLst>
              </a:tr>
              <a:tr h="5686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 dirty="0">
                          <a:effectLst/>
                        </a:rPr>
                        <a:t>Recepción</a:t>
                      </a:r>
                      <a:endParaRPr lang="es-MX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u="none" strike="noStrike" kern="100">
                          <a:effectLst/>
                          <a:hlinkClick r:id="rId4"/>
                        </a:rPr>
                        <a:t>recepcion@miboda.com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 dirty="0">
                          <a:effectLst/>
                        </a:rPr>
                        <a:t>Recepcion2024!</a:t>
                      </a:r>
                      <a:endParaRPr lang="es-MX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899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35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3521C-F0E3-588B-99C3-150E477B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Panel de administración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1C50F-63D4-8DF8-2019-C36F159A0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panel de administración está diseñado para los organizadores del evento, permitiendo la gestión completa del sistema.</a:t>
            </a:r>
          </a:p>
          <a:p>
            <a:pPr marL="0" indent="0">
              <a:buNone/>
            </a:pPr>
            <a:r>
              <a:rPr lang="es-MX" dirty="0"/>
              <a:t>Funciones principales:</a:t>
            </a:r>
          </a:p>
          <a:p>
            <a:pPr marL="0" indent="0">
              <a:buNone/>
            </a:pPr>
            <a:r>
              <a:rPr lang="es-MX" dirty="0"/>
              <a:t>Resumen: Visualización de invitados registrados, confirmados y presentes. </a:t>
            </a:r>
          </a:p>
          <a:p>
            <a:pPr marL="0" indent="0">
              <a:buNone/>
            </a:pPr>
            <a:r>
              <a:rPr lang="es-MX" dirty="0"/>
              <a:t>En vivo: Monitoreo en tiempo real de los invitados que ingresan. </a:t>
            </a:r>
          </a:p>
          <a:p>
            <a:pPr marL="0" indent="0">
              <a:buNone/>
            </a:pPr>
            <a:r>
              <a:rPr lang="es-MX" dirty="0"/>
              <a:t>Mesas: Creación y configuración de mesas y capacidad. </a:t>
            </a:r>
          </a:p>
          <a:p>
            <a:pPr marL="0" indent="0">
              <a:buNone/>
            </a:pPr>
            <a:r>
              <a:rPr lang="es-MX" dirty="0"/>
              <a:t>Crear pases: Registro de invitados y generación de códigos de acceso. </a:t>
            </a:r>
          </a:p>
          <a:p>
            <a:pPr marL="0" indent="0">
              <a:buNone/>
            </a:pPr>
            <a:r>
              <a:rPr lang="es-MX" dirty="0"/>
              <a:t>Invitados: Búsqueda y filtrado de invitados por estado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0984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4AF92E1-628C-41F7-C61A-4787F51148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75" y="768992"/>
            <a:ext cx="7035583" cy="3960956"/>
          </a:xfrm>
          <a:prstGeom prst="rect">
            <a:avLst/>
          </a:prstGeo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5D784CC-EF9F-3068-B9A4-162A7EE1844A}"/>
              </a:ext>
            </a:extLst>
          </p:cNvPr>
          <p:cNvSpPr txBox="1"/>
          <p:nvPr/>
        </p:nvSpPr>
        <p:spPr>
          <a:xfrm>
            <a:off x="1308550" y="4868052"/>
            <a:ext cx="102257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1 Panel de administración del sistema </a:t>
            </a:r>
            <a:r>
              <a:rPr lang="es-MX" sz="1800" i="1" kern="100" dirty="0" err="1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EventControl</a:t>
            </a: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mostrando el resumen del evento, incluyendo el número de mesas configuradas, pases creados, invitados confirmados y el estado de asistencia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408935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1AFD1-9127-CFE9-6C27-2845C74C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Control de acceso (Escáner QR)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E97F54-0D7A-8A1D-701B-1C54D4DA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Este módulo es utilizado por el personal de recepción para registrar la entrada de invitados.</a:t>
            </a:r>
          </a:p>
          <a:p>
            <a:pPr marL="0" indent="0">
              <a:buNone/>
            </a:pPr>
            <a:r>
              <a:rPr lang="es-MX" dirty="0"/>
              <a:t>Procedimiento:</a:t>
            </a:r>
          </a:p>
          <a:p>
            <a:pPr marL="0" indent="0">
              <a:buNone/>
            </a:pPr>
            <a:r>
              <a:rPr lang="es-MX" dirty="0"/>
              <a:t>Iniciar sesión con las credenciales de recepción. </a:t>
            </a:r>
          </a:p>
          <a:p>
            <a:pPr marL="0" indent="0">
              <a:buNone/>
            </a:pPr>
            <a:r>
              <a:rPr lang="es-MX" dirty="0"/>
              <a:t>Permitir el acceso a la cámara del dispositivo. </a:t>
            </a:r>
          </a:p>
          <a:p>
            <a:pPr marL="0" indent="0">
              <a:buNone/>
            </a:pPr>
            <a:r>
              <a:rPr lang="es-MX" dirty="0"/>
              <a:t>Apuntar la cámara al código QR del invitado. </a:t>
            </a:r>
          </a:p>
          <a:p>
            <a:pPr marL="0" indent="0">
              <a:buNone/>
            </a:pPr>
            <a:r>
              <a:rPr lang="es-MX" dirty="0"/>
              <a:t>Verificar la información mostrada (nombre y mesa). </a:t>
            </a:r>
          </a:p>
          <a:p>
            <a:pPr marL="0" indent="0">
              <a:buNone/>
            </a:pPr>
            <a:r>
              <a:rPr lang="es-MX" dirty="0"/>
              <a:t>Indicar el número de personas que ingresan. </a:t>
            </a:r>
          </a:p>
          <a:p>
            <a:pPr marL="0" indent="0">
              <a:buNone/>
            </a:pPr>
            <a:r>
              <a:rPr lang="es-MX" dirty="0"/>
              <a:t>Hacer clic en “Confirmar entrada”.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037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141329-8792-2514-AE76-F5C5C232A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3" y="3657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Alternativa: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Si el código QR no puede ser leído, se puede ingresar manualmente el código de acceso de 4 dígitos.</a:t>
            </a:r>
          </a:p>
          <a:p>
            <a:pPr marL="0" indent="0">
              <a:buNone/>
            </a:pPr>
            <a:endParaRPr lang="es-MX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DDA3135-22F6-A6CB-E5B2-9A710DA678B0}"/>
              </a:ext>
            </a:extLst>
          </p:cNvPr>
          <p:cNvGrpSpPr/>
          <p:nvPr/>
        </p:nvGrpSpPr>
        <p:grpSpPr>
          <a:xfrm>
            <a:off x="4957011" y="2101516"/>
            <a:ext cx="6605336" cy="4756484"/>
            <a:chOff x="0" y="0"/>
            <a:chExt cx="5073417" cy="2834005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ED6077C-4109-815C-D958-13EEB1CC3143}"/>
                </a:ext>
              </a:extLst>
            </p:cNvPr>
            <p:cNvGrpSpPr/>
            <p:nvPr/>
          </p:nvGrpSpPr>
          <p:grpSpPr>
            <a:xfrm>
              <a:off x="1276213" y="0"/>
              <a:ext cx="3797204" cy="2827020"/>
              <a:chOff x="0" y="0"/>
              <a:chExt cx="3797204" cy="2827020"/>
            </a:xfrm>
          </p:grpSpPr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CD368EB4-6C95-6B0C-891D-E95069AD0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271905" cy="28270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DDD47944-D1EC-20A3-E48E-56284234C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9635" y="0"/>
                <a:ext cx="1266825" cy="28149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50D1B565-88EA-78B3-924F-E497B9F95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39269" y="0"/>
                <a:ext cx="1257935" cy="27952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DE36EE30-0E8F-7E35-8672-2C18C4C72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75080" cy="2834005"/>
            </a:xfrm>
            <a:prstGeom prst="rect">
              <a:avLst/>
            </a:prstGeom>
          </p:spPr>
        </p:pic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34F21FA-7000-0A00-ABE2-A55510AD3468}"/>
              </a:ext>
            </a:extLst>
          </p:cNvPr>
          <p:cNvSpPr txBox="1"/>
          <p:nvPr/>
        </p:nvSpPr>
        <p:spPr>
          <a:xfrm>
            <a:off x="212559" y="4447252"/>
            <a:ext cx="45679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2 Proceso de control de acceso en el sistema </a:t>
            </a:r>
            <a:r>
              <a:rPr lang="es-MX" sz="1800" i="1" kern="100" dirty="0" err="1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EventControl</a:t>
            </a: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mostrando el escaneo del código QR, la búsqueda del invitado, la visualización de datos y la confirmación de entrada con actualización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3219014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1C966-5581-84CC-8536-6602307A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Confirmación de invitados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22E5E42-B7FE-F8C8-4D81-C06BB5D8FDC8}"/>
              </a:ext>
            </a:extLst>
          </p:cNvPr>
          <p:cNvSpPr txBox="1"/>
          <p:nvPr/>
        </p:nvSpPr>
        <p:spPr>
          <a:xfrm>
            <a:off x="504826" y="1690688"/>
            <a:ext cx="533999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Este módulo está dirigido a los invitados del evento y no requiere inicio de sesión.</a:t>
            </a:r>
          </a:p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Procedimiento:</a:t>
            </a:r>
          </a:p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Acceder a la página de confirmación. </a:t>
            </a:r>
          </a:p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Ingresar el código de acceso proporcionado. </a:t>
            </a:r>
          </a:p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Hacer clic en “Verificar código”. </a:t>
            </a:r>
          </a:p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Descargar la invitación digital con código QR. </a:t>
            </a:r>
          </a:p>
          <a:p>
            <a:pPr algn="just">
              <a:spcAft>
                <a:spcPts val="800"/>
              </a:spcAft>
              <a:buNone/>
            </a:pPr>
            <a:r>
              <a:rPr lang="es-MX" sz="24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Guardar la invitación en el dispositivo móvil. 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7B34008-A800-FD97-60DC-111F10F70914}"/>
              </a:ext>
            </a:extLst>
          </p:cNvPr>
          <p:cNvGrpSpPr/>
          <p:nvPr/>
        </p:nvGrpSpPr>
        <p:grpSpPr>
          <a:xfrm>
            <a:off x="5848349" y="2011763"/>
            <a:ext cx="6151145" cy="3353674"/>
            <a:chOff x="0" y="0"/>
            <a:chExt cx="6220141" cy="315587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1540E69A-1C35-6601-BBED-50706C1965E9}"/>
                </a:ext>
              </a:extLst>
            </p:cNvPr>
            <p:cNvGrpSpPr/>
            <p:nvPr/>
          </p:nvGrpSpPr>
          <p:grpSpPr>
            <a:xfrm>
              <a:off x="2795828" y="39470"/>
              <a:ext cx="3424313" cy="3116402"/>
              <a:chOff x="0" y="0"/>
              <a:chExt cx="3424313" cy="3116402"/>
            </a:xfrm>
          </p:grpSpPr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ECCB3C0B-D8B2-E873-0D25-858A26D849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1203" y="13157"/>
                <a:ext cx="2023110" cy="31032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C0528390-D1B9-6C25-E109-247A2EC86D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397635" cy="31057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58A2B915-77C1-4D92-E907-C50293932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7782" y="19735"/>
              <a:ext cx="1398270" cy="3107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013CA3AA-97A5-EE8C-DB2E-6A0EE9AAA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407160" cy="31280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10E1C33-F53F-44D5-5795-10AB0D1044FE}"/>
              </a:ext>
            </a:extLst>
          </p:cNvPr>
          <p:cNvSpPr txBox="1"/>
          <p:nvPr/>
        </p:nvSpPr>
        <p:spPr>
          <a:xfrm>
            <a:off x="5915024" y="5365437"/>
            <a:ext cx="6276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3  Proceso de confirmación de asistencia en el sistema </a:t>
            </a:r>
            <a:r>
              <a:rPr lang="es-MX" sz="1800" i="1" kern="100" dirty="0" err="1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EventControl</a:t>
            </a: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desde el ingreso del código de acceso hasta la generación de la invitación digital con código QR para su uso en el evento.</a:t>
            </a:r>
          </a:p>
        </p:txBody>
      </p:sp>
    </p:spTree>
    <p:extLst>
      <p:ext uri="{BB962C8B-B14F-4D97-AF65-F5344CB8AC3E}">
        <p14:creationId xmlns:p14="http://schemas.microsoft.com/office/powerpoint/2010/main" val="3394086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5ED9D-CDE7-4CAE-FB82-C264B03D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Flujo general del sistema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5018AC-D8B8-2332-A379-BD4F30BED6C2}"/>
              </a:ext>
            </a:extLst>
          </p:cNvPr>
          <p:cNvSpPr txBox="1"/>
          <p:nvPr/>
        </p:nvSpPr>
        <p:spPr>
          <a:xfrm>
            <a:off x="838200" y="1690688"/>
            <a:ext cx="5739063" cy="442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El funcionamiento del sistema sigue el siguiente flujo: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Registro de invitados por parte del administrador. 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El administrador ingresa al sistema y registra la información de los invitados, asignando datos como nombre, número de personas y mesa correspondiente.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C8E52F-5E77-1399-4E98-F95ED3AF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464" y="1690688"/>
            <a:ext cx="4565244" cy="2568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44DAC1B-070F-E90A-A937-64DDF828E2B0}"/>
              </a:ext>
            </a:extLst>
          </p:cNvPr>
          <p:cNvSpPr txBox="1"/>
          <p:nvPr/>
        </p:nvSpPr>
        <p:spPr>
          <a:xfrm>
            <a:off x="6934904" y="4429945"/>
            <a:ext cx="4710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4 Registro de invitados en el panel administrativo.</a:t>
            </a:r>
          </a:p>
        </p:txBody>
      </p:sp>
    </p:spTree>
    <p:extLst>
      <p:ext uri="{BB962C8B-B14F-4D97-AF65-F5344CB8AC3E}">
        <p14:creationId xmlns:p14="http://schemas.microsoft.com/office/powerpoint/2010/main" val="241320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37A0D8B-8EE3-0349-E054-48BE5997750B}"/>
              </a:ext>
            </a:extLst>
          </p:cNvPr>
          <p:cNvSpPr txBox="1"/>
          <p:nvPr/>
        </p:nvSpPr>
        <p:spPr>
          <a:xfrm>
            <a:off x="561475" y="812466"/>
            <a:ext cx="4753476" cy="340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2. Generación de códigos de acceso únicos. 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El sistema genera automáticamente un código único para cada invitado, el cual será utilizado para confirmar su asistencia.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68CDD0-0E7B-9EAD-15B3-6CE2D806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92" y="1873166"/>
            <a:ext cx="6410626" cy="360679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A8A35BE-6C50-DE58-D216-A756319F94F4}"/>
              </a:ext>
            </a:extLst>
          </p:cNvPr>
          <p:cNvSpPr txBox="1"/>
          <p:nvPr/>
        </p:nvSpPr>
        <p:spPr>
          <a:xfrm>
            <a:off x="5197642" y="56762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i="1" kern="1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5 Generación de código de acceso en el sistema</a:t>
            </a:r>
          </a:p>
        </p:txBody>
      </p:sp>
    </p:spTree>
    <p:extLst>
      <p:ext uri="{BB962C8B-B14F-4D97-AF65-F5344CB8AC3E}">
        <p14:creationId xmlns:p14="http://schemas.microsoft.com/office/powerpoint/2010/main" val="3300456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5DCC510-7344-A535-99CE-727C30814798}"/>
              </a:ext>
            </a:extLst>
          </p:cNvPr>
          <p:cNvSpPr txBox="1"/>
          <p:nvPr/>
        </p:nvSpPr>
        <p:spPr>
          <a:xfrm>
            <a:off x="632660" y="1156154"/>
            <a:ext cx="4310815" cy="386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3. Envío de invitaciones mediante WhatsApp.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Una vez generado el código, se envía al invitado mediante WhatsApp junto con el enlace para confirmar su asistencia.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8B9B5A-90C7-0247-676C-E1D15742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49" y="2016676"/>
            <a:ext cx="5902493" cy="349135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862E5FE-A1BA-83B1-5D99-8F1B56BDD942}"/>
              </a:ext>
            </a:extLst>
          </p:cNvPr>
          <p:cNvSpPr txBox="1"/>
          <p:nvPr/>
        </p:nvSpPr>
        <p:spPr>
          <a:xfrm>
            <a:off x="4943475" y="5626115"/>
            <a:ext cx="6590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6 Envío de invitación digital a través de WhatsApp.</a:t>
            </a:r>
          </a:p>
        </p:txBody>
      </p:sp>
    </p:spTree>
    <p:extLst>
      <p:ext uri="{BB962C8B-B14F-4D97-AF65-F5344CB8AC3E}">
        <p14:creationId xmlns:p14="http://schemas.microsoft.com/office/powerpoint/2010/main" val="3075696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FEB6F5C-299A-F96C-3301-1047B33D8A83}"/>
              </a:ext>
            </a:extLst>
          </p:cNvPr>
          <p:cNvSpPr txBox="1"/>
          <p:nvPr/>
        </p:nvSpPr>
        <p:spPr>
          <a:xfrm>
            <a:off x="1120874" y="920750"/>
            <a:ext cx="5422232" cy="294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4. Confirmación de asistencia por los invitados. 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El invitado accede al sistema, ingresa su código y confirma su asistencia, generando su invitación digital con código QR.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8046B3-B309-AF6D-F771-6CCEC1A28E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855" y="591065"/>
            <a:ext cx="2554839" cy="56758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951D428-7D1D-9E2B-AFDF-AC79AA9B12B6}"/>
              </a:ext>
            </a:extLst>
          </p:cNvPr>
          <p:cNvSpPr txBox="1"/>
          <p:nvPr/>
        </p:nvSpPr>
        <p:spPr>
          <a:xfrm>
            <a:off x="5470357" y="6266935"/>
            <a:ext cx="6464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7 Confirmación de asistencia y generación de QR.</a:t>
            </a:r>
          </a:p>
        </p:txBody>
      </p:sp>
    </p:spTree>
    <p:extLst>
      <p:ext uri="{BB962C8B-B14F-4D97-AF65-F5344CB8AC3E}">
        <p14:creationId xmlns:p14="http://schemas.microsoft.com/office/powerpoint/2010/main" val="70360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A449-6604-2017-7DA1-92B9CA67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CB90405-4202-FA37-89A2-2988A648AD27}"/>
              </a:ext>
            </a:extLst>
          </p:cNvPr>
          <p:cNvSpPr txBox="1"/>
          <p:nvPr/>
        </p:nvSpPr>
        <p:spPr>
          <a:xfrm>
            <a:off x="657727" y="619961"/>
            <a:ext cx="6096000" cy="294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Generación de códigos QR. 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Una vez confirmada la asistencia, el sistema genera una invitación digital que incluye un código QR único, el cual será utilizado para el acceso al evento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34324F-41C0-68FF-01E0-FC0EDE57DB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608" y="319589"/>
            <a:ext cx="3673192" cy="563707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5B78BBB-12F4-C2DF-FC62-7E7C4525D6FA}"/>
              </a:ext>
            </a:extLst>
          </p:cNvPr>
          <p:cNvSpPr txBox="1"/>
          <p:nvPr/>
        </p:nvSpPr>
        <p:spPr>
          <a:xfrm>
            <a:off x="5935579" y="6020833"/>
            <a:ext cx="6320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8 Invitación digital generada con código QR para el acceso al evento.</a:t>
            </a:r>
          </a:p>
        </p:txBody>
      </p:sp>
    </p:spTree>
    <p:extLst>
      <p:ext uri="{BB962C8B-B14F-4D97-AF65-F5344CB8AC3E}">
        <p14:creationId xmlns:p14="http://schemas.microsoft.com/office/powerpoint/2010/main" val="1277092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1E1A-129A-8F6C-BE22-89437C5F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A3D8D18-07E0-3073-F9E8-FA6775BDCCE4}"/>
              </a:ext>
            </a:extLst>
          </p:cNvPr>
          <p:cNvSpPr txBox="1"/>
          <p:nvPr/>
        </p:nvSpPr>
        <p:spPr>
          <a:xfrm>
            <a:off x="802105" y="732256"/>
            <a:ext cx="6096000" cy="294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6. Validación de acceso mediante escaneo. 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El personal de acceso utiliza el sistema para escanear el código QR del invitado, verificando su información y validando su entrada.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FD7D36-09DB-BC08-2F0E-21DC94F84E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593" y="397577"/>
            <a:ext cx="2521779" cy="56021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3FE8C67-3823-2896-6B09-350A90C0168E}"/>
              </a:ext>
            </a:extLst>
          </p:cNvPr>
          <p:cNvSpPr txBox="1"/>
          <p:nvPr/>
        </p:nvSpPr>
        <p:spPr>
          <a:xfrm>
            <a:off x="6096000" y="61257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9 Validación de acceso mediante escaneo de código QR en el sistema.</a:t>
            </a:r>
          </a:p>
        </p:txBody>
      </p:sp>
    </p:spTree>
    <p:extLst>
      <p:ext uri="{BB962C8B-B14F-4D97-AF65-F5344CB8AC3E}">
        <p14:creationId xmlns:p14="http://schemas.microsoft.com/office/powerpoint/2010/main" val="1611063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35A06-B026-129C-47EF-DA947BA4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8BBA49F-003A-4068-C5FF-7C28EA5BB61C}"/>
              </a:ext>
            </a:extLst>
          </p:cNvPr>
          <p:cNvSpPr txBox="1"/>
          <p:nvPr/>
        </p:nvSpPr>
        <p:spPr>
          <a:xfrm>
            <a:off x="753979" y="792622"/>
            <a:ext cx="4780547" cy="3862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7. Registro de entrada en tiempo real. </a:t>
            </a:r>
          </a:p>
          <a:p>
            <a:pPr marL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Una vez validado el código QR, el sistema registra automáticamente la entrada del invitado, actualizando el estado en tiempo real dentro del </a:t>
            </a:r>
            <a:r>
              <a:rPr lang="es-MX" sz="2800" kern="100" dirty="0" err="1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dashboard</a:t>
            </a: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D86E45-2A82-6273-7C9F-C44AC61855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62" y="594332"/>
            <a:ext cx="2221649" cy="493761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2426656-25D3-8025-46B2-25BE318CB0EE}"/>
              </a:ext>
            </a:extLst>
          </p:cNvPr>
          <p:cNvSpPr txBox="1"/>
          <p:nvPr/>
        </p:nvSpPr>
        <p:spPr>
          <a:xfrm>
            <a:off x="5566610" y="5657671"/>
            <a:ext cx="66253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Imagen 10 Una vez validado el código QR, el sistema registra automáticamente la entrada del invitado, actualizando el estado en tiempo real dentro del </a:t>
            </a:r>
            <a:r>
              <a:rPr lang="es-MX" sz="1800" i="1" kern="100" dirty="0" err="1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</a:t>
            </a: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7236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2A7A-4AA5-09CF-FEFE-5FE5D46F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DF974E6-F98F-C5DF-D568-5F4DB974D6C8}"/>
              </a:ext>
            </a:extLst>
          </p:cNvPr>
          <p:cNvSpPr txBox="1"/>
          <p:nvPr/>
        </p:nvSpPr>
        <p:spPr>
          <a:xfrm>
            <a:off x="978568" y="1001901"/>
            <a:ext cx="10619874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-MX" sz="4400" b="1" kern="100" dirty="0">
                <a:solidFill>
                  <a:schemeClr val="accent1"/>
                </a:solidFill>
                <a:effectLst/>
                <a:latin typeface="Calibri Light (Títulos)"/>
                <a:ea typeface="Times New Roman" panose="02020603050405020304" pitchFamily="18" charset="0"/>
                <a:cs typeface="Times New Roman" panose="02020603050405020304" pitchFamily="18" charset="0"/>
              </a:rPr>
              <a:t>Manejo de errores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kern="100" dirty="0">
                <a:effectLst/>
                <a:latin typeface="Calibri (Cuerpo)"/>
                <a:ea typeface="Calibri" panose="020F0502020204030204" pitchFamily="34" charset="0"/>
                <a:cs typeface="Times New Roman" panose="02020603050405020304" pitchFamily="18" charset="0"/>
              </a:rPr>
              <a:t>El sistema contempla diferentes escenarios de error y sus respectivas soluciones: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4AFDE96-0E43-CB6E-5099-038484093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96580"/>
              </p:ext>
            </p:extLst>
          </p:nvPr>
        </p:nvGraphicFramePr>
        <p:xfrm>
          <a:off x="2219325" y="3161378"/>
          <a:ext cx="7038975" cy="1486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2566">
                  <a:extLst>
                    <a:ext uri="{9D8B030D-6E8A-4147-A177-3AD203B41FA5}">
                      <a16:colId xmlns:a16="http://schemas.microsoft.com/office/drawing/2014/main" val="2611597309"/>
                    </a:ext>
                  </a:extLst>
                </a:gridCol>
                <a:gridCol w="4756409">
                  <a:extLst>
                    <a:ext uri="{9D8B030D-6E8A-4147-A177-3AD203B41FA5}">
                      <a16:colId xmlns:a16="http://schemas.microsoft.com/office/drawing/2014/main" val="4076852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Problema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Solución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0362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Código no encontrado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Verificar el código o contactar al administrador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014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QR no se lee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Ingresar el código manualmente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79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Cámara no funciona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Permitir acceso a la cámara y recargar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983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No inicia sesión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Verificar credenciales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2098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>
                          <a:effectLst/>
                        </a:rPr>
                        <a:t>Dashboard no actualiza</a:t>
                      </a:r>
                      <a:endParaRPr lang="es-MX" sz="16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600" kern="100" dirty="0">
                          <a:effectLst/>
                        </a:rPr>
                        <a:t>Revisar conexión a internet</a:t>
                      </a:r>
                      <a:endParaRPr lang="es-MX" sz="16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6792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23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EDD2-0962-3B14-F6E1-1E1481C4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0290A6F-8F4B-2F53-2603-773C9CC70F5B}"/>
              </a:ext>
            </a:extLst>
          </p:cNvPr>
          <p:cNvSpPr txBox="1"/>
          <p:nvPr/>
        </p:nvSpPr>
        <p:spPr>
          <a:xfrm>
            <a:off x="1019174" y="690173"/>
            <a:ext cx="7705725" cy="402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-MX" sz="4400" b="1" kern="100" dirty="0">
                <a:solidFill>
                  <a:srgbClr val="2F5496"/>
                </a:solidFill>
                <a:effectLst/>
                <a:latin typeface="Calibri Light (Títulos)"/>
                <a:ea typeface="Times New Roman" panose="02020603050405020304" pitchFamily="18" charset="0"/>
                <a:cs typeface="Times New Roman" panose="02020603050405020304" pitchFamily="18" charset="0"/>
              </a:rPr>
              <a:t>Requisitos del sistema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dirty="0"/>
              <a:t>Para el correcto funcionamiento del sistema se recomienda: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228600" algn="l"/>
              </a:tabLst>
            </a:pPr>
            <a:r>
              <a:rPr lang="es-MX" sz="2800" dirty="0"/>
              <a:t>Dispositivo con acceso a internet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228600" algn="l"/>
              </a:tabLst>
            </a:pPr>
            <a:r>
              <a:rPr lang="es-MX" sz="2800" dirty="0"/>
              <a:t>Navegador actualizado (Chrome, Safari, Firefox)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228600" algn="l"/>
              </a:tabLst>
            </a:pPr>
            <a:r>
              <a:rPr lang="es-MX" sz="2800" dirty="0"/>
              <a:t>Cámara funcional para escaneo QR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"/>
              <a:tabLst>
                <a:tab pos="228600" algn="l"/>
              </a:tabLst>
            </a:pPr>
            <a:r>
              <a:rPr lang="es-MX" sz="2800" dirty="0"/>
              <a:t>Conexión estable</a:t>
            </a:r>
          </a:p>
        </p:txBody>
      </p:sp>
    </p:spTree>
    <p:extLst>
      <p:ext uri="{BB962C8B-B14F-4D97-AF65-F5344CB8AC3E}">
        <p14:creationId xmlns:p14="http://schemas.microsoft.com/office/powerpoint/2010/main" val="1221494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C84CF-39AB-5393-3A1E-7F5112FBB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Conclusión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E3B74-FE14-BD62-CDF7-0BAE08CDD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sistema </a:t>
            </a:r>
            <a:r>
              <a:rPr lang="es-MX" dirty="0" err="1"/>
              <a:t>EventControl</a:t>
            </a:r>
            <a:r>
              <a:rPr lang="es-MX" dirty="0"/>
              <a:t> proporciona una solución eficiente para la gestión de eventos, permitiendo controlar el acceso de invitados de manera organizada y segura.</a:t>
            </a:r>
          </a:p>
          <a:p>
            <a:pPr marL="0" indent="0" algn="just">
              <a:buNone/>
            </a:pPr>
            <a:r>
              <a:rPr lang="es-MX" dirty="0"/>
              <a:t>La implementación de códigos QR, junto con la confirmación digital y el monitoreo en tiempo real, facilita la operación del evento y mejora la experiencia tanto de los organizadores como de los invitados.</a:t>
            </a:r>
          </a:p>
          <a:p>
            <a:pPr marL="0" indent="0" algn="just">
              <a:buNone/>
            </a:pPr>
            <a:r>
              <a:rPr lang="es-MX" dirty="0"/>
              <a:t>La documentación presentada permite a cualquier usuario comprender y utilizar el sistema sin necesidad de conocimientos técnicos avanzados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52764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1051</Words>
  <Application>Microsoft Office PowerPoint</Application>
  <PresentationFormat>Panorámica</PresentationFormat>
  <Paragraphs>121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(Cuerpo)</vt:lpstr>
      <vt:lpstr>Calibri Light</vt:lpstr>
      <vt:lpstr>Calibri Light (Títulos)</vt:lpstr>
      <vt:lpstr>Wingdings</vt:lpstr>
      <vt:lpstr>Tema de Office</vt:lpstr>
      <vt:lpstr>Presentación de PowerPoint</vt:lpstr>
      <vt:lpstr>Presentación de PowerPoint</vt:lpstr>
      <vt:lpstr>Presentación de PowerPoint</vt:lpstr>
      <vt:lpstr>Credenciales de acceso</vt:lpstr>
      <vt:lpstr>Panel de administración</vt:lpstr>
      <vt:lpstr>Presentación de PowerPoint</vt:lpstr>
      <vt:lpstr>Control de acceso (Escáner QR)</vt:lpstr>
      <vt:lpstr>Presentación de PowerPoint</vt:lpstr>
      <vt:lpstr>Confirmación de invitados</vt:lpstr>
      <vt:lpstr>Flujo general del sistema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40</cp:revision>
  <dcterms:created xsi:type="dcterms:W3CDTF">2026-02-14T13:39:49Z</dcterms:created>
  <dcterms:modified xsi:type="dcterms:W3CDTF">2026-03-27T02:45:56Z</dcterms:modified>
</cp:coreProperties>
</file>