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8" r:id="rId4"/>
    <p:sldId id="303" r:id="rId5"/>
    <p:sldId id="304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260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1209675" y="1824715"/>
            <a:ext cx="8667750" cy="1956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b="1" kern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INGENIERIA DE SOFTWARE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3.2 –</a:t>
            </a:r>
            <a:r>
              <a:rPr lang="es-MX" sz="2000" b="1" kern="0" dirty="0">
                <a:latin typeface="Arial" panose="020B0604020202020204" pitchFamily="34" charset="0"/>
                <a:cs typeface="Arial" panose="020B0604020202020204" pitchFamily="34" charset="0"/>
              </a:rPr>
              <a:t>REPORTE DE PRACTICA (CODIFICACIÓN DEL SISTEMA) 	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3F20D4B-4AB8-951E-96AB-E5F9938AB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276835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SEXTO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3615904" y="3275886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b="1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793875" y="626555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05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</a:t>
            </a:r>
            <a:r>
              <a:rPr lang="es-MX" sz="2000" b="1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MARZ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DE 2026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010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3D5AD-B34F-94DE-CA8C-4E027E6E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750"/>
            <a:ext cx="10515600" cy="5129213"/>
          </a:xfr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Introducción</a:t>
            </a:r>
          </a:p>
          <a:p>
            <a:pPr marL="0" indent="0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En el proceso de desarrollo de software, la etapa de implementación o codificación representa una de las fases más importantes, ya que en ella se transforma el análisis y el diseño del sistema en una solución funcional mediante programación.</a:t>
            </a:r>
          </a:p>
          <a:p>
            <a:pPr marL="0" indent="0" algn="just">
              <a:buNone/>
            </a:pPr>
            <a:r>
              <a:rPr lang="es-MX" dirty="0"/>
              <a:t>Durante esta etapa se desarrollan los diferentes módulos del sistema, se implementa la lógica de funcionamiento y se establece la conexión con una base de datos que permita almacenar y gestionar la información del sistema.</a:t>
            </a:r>
          </a:p>
          <a:p>
            <a:pPr marL="0" indent="0" algn="just">
              <a:buNone/>
            </a:pPr>
            <a:r>
              <a:rPr lang="es-MX" dirty="0"/>
              <a:t>En esta práctica se llevó a cabo el desarrollo del sistema </a:t>
            </a:r>
            <a:r>
              <a:rPr lang="es-MX" b="1" dirty="0" err="1"/>
              <a:t>EventControl</a:t>
            </a:r>
            <a:r>
              <a:rPr lang="es-MX" dirty="0"/>
              <a:t>, una solución tecnológica orientada a facilitar la organización y control de eventos. El sistema permite gestionar información relacionada con los invitados, la asignación de mesas, la confirmación de asistencia y el control de acceso al evento.</a:t>
            </a:r>
          </a:p>
          <a:p>
            <a:pPr marL="0" indent="0" algn="just">
              <a:buNone/>
            </a:pPr>
            <a:r>
              <a:rPr lang="es-MX" dirty="0"/>
              <a:t>Para la implementación del sistema se utilizaron tecnologías web como </a:t>
            </a:r>
            <a:r>
              <a:rPr lang="es-MX" b="1" dirty="0"/>
              <a:t>JavaScript, HTML y CSS</a:t>
            </a:r>
            <a:r>
              <a:rPr lang="es-MX" dirty="0"/>
              <a:t>, además de la plataforma </a:t>
            </a:r>
            <a:r>
              <a:rPr lang="es-MX" b="1" dirty="0" err="1"/>
              <a:t>Supabase</a:t>
            </a:r>
            <a:r>
              <a:rPr lang="es-MX" dirty="0"/>
              <a:t> como gestor de base de datos en la nube. El desarrollo del sistema se realizó utilizando el editor de código </a:t>
            </a:r>
            <a:r>
              <a:rPr lang="es-MX" b="1" dirty="0"/>
              <a:t>Visual Studio </a:t>
            </a:r>
            <a:r>
              <a:rPr lang="es-MX" b="1" dirty="0" err="1"/>
              <a:t>Code</a:t>
            </a:r>
            <a:r>
              <a:rPr lang="es-MX" dirty="0"/>
              <a:t>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031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8F6C57-A8B1-DC96-5869-560383E7A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Objetivo</a:t>
            </a:r>
          </a:p>
          <a:p>
            <a:pPr marL="0" indent="0">
              <a:buNone/>
            </a:pPr>
            <a:r>
              <a:rPr lang="es-MX" dirty="0"/>
              <a:t> </a:t>
            </a:r>
          </a:p>
          <a:p>
            <a:pPr marL="0" indent="0" algn="just">
              <a:buNone/>
            </a:pPr>
            <a:r>
              <a:rPr lang="es-MX" dirty="0"/>
              <a:t>Desarrollar la codificación del sistema </a:t>
            </a:r>
            <a:r>
              <a:rPr lang="es-MX" b="1" dirty="0" err="1"/>
              <a:t>EventControl</a:t>
            </a:r>
            <a:r>
              <a:rPr lang="es-MX" dirty="0"/>
              <a:t> utilizando tecnologías web y un gestor de base de datos, con el fin de implementar un sistema que permita gestionar la información de eventos, invitados y control de acceso.</a:t>
            </a:r>
          </a:p>
        </p:txBody>
      </p:sp>
    </p:spTree>
    <p:extLst>
      <p:ext uri="{BB962C8B-B14F-4D97-AF65-F5344CB8AC3E}">
        <p14:creationId xmlns:p14="http://schemas.microsoft.com/office/powerpoint/2010/main" val="49266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3867A-3E04-8632-141B-8C5FDD171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800" b="1" dirty="0" err="1">
                <a:solidFill>
                  <a:schemeClr val="accent1"/>
                </a:solidFill>
              </a:rPr>
              <a:t>justificacion</a:t>
            </a:r>
            <a:endParaRPr lang="es-MX" sz="4800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EA835B-7257-6BC0-9849-98A1416C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MX" dirty="0"/>
              <a:t>La organización de eventos suele implicar la administración de una gran cantidad de información relacionada con los invitados, las mesas, los accesos y la logística general del evento. En muchos casos, esta información se maneja de forma manual, lo que puede generar errores, desorganización y dificultades para controlar el acceso de los asistentes.</a:t>
            </a:r>
          </a:p>
          <a:p>
            <a:pPr marL="0" indent="0" algn="just">
              <a:buNone/>
            </a:pPr>
            <a:r>
              <a:rPr lang="es-MX" dirty="0"/>
              <a:t>Por esta razón surge la necesidad de desarrollar una herramienta tecnológica que permita automatizar estas tareas y mejorar la gestión de la información. El sistema </a:t>
            </a:r>
            <a:r>
              <a:rPr lang="es-MX" b="1" dirty="0" err="1"/>
              <a:t>EventControl</a:t>
            </a:r>
            <a:r>
              <a:rPr lang="es-MX" dirty="0"/>
              <a:t> fue desarrollado con el objetivo de centralizar la información del evento y facilitar la administración de invitados mediante un sistema digital.</a:t>
            </a:r>
          </a:p>
          <a:p>
            <a:pPr marL="0" indent="0" algn="just">
              <a:buNone/>
            </a:pPr>
            <a:r>
              <a:rPr lang="es-MX" dirty="0"/>
              <a:t>Además, la realización de esta práctica permite aplicar los conocimientos adquiridos en la materia de </a:t>
            </a:r>
            <a:r>
              <a:rPr lang="es-MX" b="1" dirty="0"/>
              <a:t>Ingeniería de Software</a:t>
            </a:r>
            <a:r>
              <a:rPr lang="es-MX" dirty="0"/>
              <a:t>, particularmente en la etapa de desarrollo del sistema. En la implementación del proyecto se aplican conocimientos de programación, diseño de interfaces y manejo de bases de datos, demostrando la importancia de utilizar herramientas tecnológicas para resolver problemas reales.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2723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CE45DD-83FD-7C7F-E454-73B541A98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Herramientas y tecnologías utilizadas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0DF6CA-8012-8757-557E-BA3407C16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Para el desarrollo del sistema se utilizaron las siguientes herramientas y tecnologías.</a:t>
            </a:r>
          </a:p>
          <a:p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B7631F9-F15B-BF98-E303-02ECF3BA5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664375"/>
              </p:ext>
            </p:extLst>
          </p:nvPr>
        </p:nvGraphicFramePr>
        <p:xfrm>
          <a:off x="838200" y="2795237"/>
          <a:ext cx="5184000" cy="2963802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592000">
                  <a:extLst>
                    <a:ext uri="{9D8B030D-6E8A-4147-A177-3AD203B41FA5}">
                      <a16:colId xmlns:a16="http://schemas.microsoft.com/office/drawing/2014/main" val="2538768585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1087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 b="1" kern="100" dirty="0">
                          <a:effectLst/>
                        </a:rPr>
                        <a:t>Herramienta</a:t>
                      </a:r>
                      <a:endParaRPr lang="es-MX" sz="1400" b="1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 b="1" kern="100">
                          <a:effectLst/>
                        </a:rPr>
                        <a:t>Descripción</a:t>
                      </a:r>
                      <a:endParaRPr lang="es-MX" sz="14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30394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 b="1" kern="100">
                          <a:effectLst/>
                        </a:rPr>
                        <a:t>JavaScript</a:t>
                      </a:r>
                      <a:endParaRPr lang="es-MX" sz="14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 b="1" kern="100">
                          <a:effectLst/>
                        </a:rPr>
                        <a:t>Lenguaje de programación utilizado para implementar la lógica del sistema.</a:t>
                      </a:r>
                      <a:endParaRPr lang="es-MX" sz="14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91638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 b="1" kern="100">
                          <a:effectLst/>
                        </a:rPr>
                        <a:t>HTML</a:t>
                      </a:r>
                      <a:endParaRPr lang="es-MX" sz="14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 b="1" kern="100">
                          <a:effectLst/>
                        </a:rPr>
                        <a:t>Lenguaje utilizado para estructurar las páginas del sistema.</a:t>
                      </a:r>
                      <a:endParaRPr lang="es-MX" sz="14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31208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 b="1" kern="100">
                          <a:effectLst/>
                        </a:rPr>
                        <a:t>CSS</a:t>
                      </a:r>
                      <a:endParaRPr lang="es-MX" sz="14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 b="1" kern="100">
                          <a:effectLst/>
                        </a:rPr>
                        <a:t>Utilizado para el diseño visual de la interfaz.</a:t>
                      </a:r>
                      <a:endParaRPr lang="es-MX" sz="14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54498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 b="1" kern="100">
                          <a:effectLst/>
                        </a:rPr>
                        <a:t>Supabase</a:t>
                      </a:r>
                      <a:endParaRPr lang="es-MX" sz="14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 b="1" kern="100">
                          <a:effectLst/>
                        </a:rPr>
                        <a:t>Plataforma utilizada como gestor de base de datos.</a:t>
                      </a:r>
                      <a:endParaRPr lang="es-MX" sz="14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19650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 b="1" kern="100">
                          <a:effectLst/>
                        </a:rPr>
                        <a:t>Visual Studio Code</a:t>
                      </a:r>
                      <a:endParaRPr lang="es-MX" sz="14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 b="1" kern="100" dirty="0">
                          <a:effectLst/>
                        </a:rPr>
                        <a:t>Editor de código utilizado para el desarrollo del sistema.</a:t>
                      </a:r>
                      <a:endParaRPr lang="es-MX" sz="1400" b="1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49950411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AF3F3279-D2D1-652E-BCB3-22C0A820D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568" y="2612258"/>
            <a:ext cx="5188268" cy="291818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E71D716-F321-C131-E8E9-3E02F9EFE252}"/>
              </a:ext>
            </a:extLst>
          </p:cNvPr>
          <p:cNvSpPr txBox="1"/>
          <p:nvPr/>
        </p:nvSpPr>
        <p:spPr>
          <a:xfrm>
            <a:off x="6376035" y="56655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desarrollo del sistema se realizó utilizando el editor Visual Studio </a:t>
            </a:r>
            <a:r>
              <a:rPr lang="es-MX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endParaRPr lang="es-MX" kern="1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154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EA6E47-14ED-39E0-9C91-43138D1B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Descripción del sistema </a:t>
            </a:r>
            <a:r>
              <a:rPr lang="es-MX" b="1" dirty="0" err="1"/>
              <a:t>EventControl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5695D9-5E7F-0A22-B7C0-70870CE71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s-MX" dirty="0" err="1"/>
              <a:t>EventControl</a:t>
            </a:r>
            <a:r>
              <a:rPr lang="es-MX" dirty="0"/>
              <a:t> es un sistema digital diseñado para apoyar en la organización y administración de eventos. Su objetivo principal es permitir la gestión eficiente de la información relacionada con los invitados y la logística del evento.</a:t>
            </a:r>
          </a:p>
          <a:p>
            <a:pPr marL="0" indent="0" algn="just">
              <a:buNone/>
            </a:pPr>
            <a:r>
              <a:rPr lang="es-MX" dirty="0"/>
              <a:t>El sistema permite registrar la información del evento, administrar invitados, asignar mesas y llevar un control de acceso de los asistentes.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Entre las principales funciones del sistema se encuentran: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s-MX" dirty="0"/>
              <a:t>Registro de eventos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s-MX" dirty="0"/>
              <a:t>Registro de invitados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s-MX" dirty="0"/>
              <a:t>Asignación de mesas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s-MX" dirty="0"/>
              <a:t>Control de acceso al evento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s-MX" dirty="0"/>
              <a:t>Confirmación de asistencia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s-MX" dirty="0"/>
              <a:t>Administración de invitados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s-MX" dirty="0"/>
              <a:t>Panel administrativo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Estas funcionalidades permiten mejorar la organización del evento mediante el uso de herramientas tecnológicas.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92537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F87FE97-0C0C-86EF-C9AE-862F5E065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pic>
        <p:nvPicPr>
          <p:cNvPr id="1025" name="Imagen 1">
            <a:extLst>
              <a:ext uri="{FF2B5EF4-FFF2-40B4-BE49-F238E27FC236}">
                <a16:creationId xmlns:a16="http://schemas.microsoft.com/office/drawing/2014/main" id="{34AF92E1-628C-41F7-C61A-4787F5114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915650" cy="614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01FA5F75-F26D-EF43-0D9E-C4EF09DB7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225" y="6225660"/>
            <a:ext cx="3857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Dasboard</a:t>
            </a:r>
            <a:r>
              <a:rPr lang="es-MX" altLang="es-MX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del sistema </a:t>
            </a:r>
            <a:r>
              <a:rPr lang="es-MX" altLang="es-MX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EventControl</a:t>
            </a:r>
            <a:r>
              <a:rPr kumimoji="0" lang="es-MX" altLang="es-MX" sz="12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kumimoji="0" lang="es-MX" altLang="es-MX" sz="1200" b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405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518D66-A767-3CF6-1991-728C3ABFB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Funcionalidades implementadas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653D96-8E56-A75B-3D64-DF5CB58C8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Durante la etapa de desarrollo se implementaron diversos módulos que permiten administrar la información del evento.</a:t>
            </a:r>
          </a:p>
          <a:p>
            <a:pPr marL="0" indent="0">
              <a:buNone/>
            </a:pPr>
            <a:endParaRPr lang="es-MX" dirty="0"/>
          </a:p>
          <a:p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776C721-856A-3B63-824B-DC031720A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487650"/>
              </p:ext>
            </p:extLst>
          </p:nvPr>
        </p:nvGraphicFramePr>
        <p:xfrm>
          <a:off x="2038350" y="3298093"/>
          <a:ext cx="7812000" cy="17846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06000">
                  <a:extLst>
                    <a:ext uri="{9D8B030D-6E8A-4147-A177-3AD203B41FA5}">
                      <a16:colId xmlns:a16="http://schemas.microsoft.com/office/drawing/2014/main" val="852190751"/>
                    </a:ext>
                  </a:extLst>
                </a:gridCol>
                <a:gridCol w="3906000">
                  <a:extLst>
                    <a:ext uri="{9D8B030D-6E8A-4147-A177-3AD203B41FA5}">
                      <a16:colId xmlns:a16="http://schemas.microsoft.com/office/drawing/2014/main" val="32392584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Módulo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Descripción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1073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Registro de eventos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Permite almacenar la información general del evento.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8972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Registro de invitados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Permite registrar las familias o invitados que asistirán al evento.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6132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Asignación de mesas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Permite asignar a los invitados una mesa específica.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4823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Control de acceso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Permite registrar el ingreso de los invitados al evento.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7061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Confirmación de asistencia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Permite confirmar si los invitados asistirán al evento.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1784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Administración de invitados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Permite consultar o modificar información de los invitados.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1973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Panel administrativo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 dirty="0">
                          <a:effectLst/>
                        </a:rPr>
                        <a:t>Permite gestionar la información general del sistema.</a:t>
                      </a:r>
                      <a:endParaRPr lang="es-MX" sz="1200" b="1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5222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669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D5BF0-A77F-C861-E430-10F7DAB6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Diseño de la base de datos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2E19FB-1CC2-94CE-BB44-60962ACB7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Para el almacenamiento de la información del sistema se utilizó </a:t>
            </a:r>
            <a:r>
              <a:rPr lang="es-MX" dirty="0" err="1"/>
              <a:t>Supabase</a:t>
            </a:r>
            <a:r>
              <a:rPr lang="es-MX" dirty="0"/>
              <a:t>, una plataforma basada en PostgreSQL que permite gestionar bases de datos en la nube.</a:t>
            </a:r>
          </a:p>
          <a:p>
            <a:pPr marL="0" indent="0" algn="just">
              <a:buNone/>
            </a:pPr>
            <a:r>
              <a:rPr lang="es-MX" dirty="0"/>
              <a:t>La base de datos del sistema </a:t>
            </a:r>
            <a:r>
              <a:rPr lang="es-MX" dirty="0" err="1"/>
              <a:t>EventControl</a:t>
            </a:r>
            <a:r>
              <a:rPr lang="es-MX" dirty="0"/>
              <a:t> está compuesta por las siguientes tablas.</a:t>
            </a:r>
          </a:p>
          <a:p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A853E9E-B6AB-3C58-555A-AD64BA7C3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009783"/>
              </p:ext>
            </p:extLst>
          </p:nvPr>
        </p:nvGraphicFramePr>
        <p:xfrm>
          <a:off x="1771650" y="4170105"/>
          <a:ext cx="8136000" cy="21417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8000">
                  <a:extLst>
                    <a:ext uri="{9D8B030D-6E8A-4147-A177-3AD203B41FA5}">
                      <a16:colId xmlns:a16="http://schemas.microsoft.com/office/drawing/2014/main" val="3257376338"/>
                    </a:ext>
                  </a:extLst>
                </a:gridCol>
                <a:gridCol w="4068000">
                  <a:extLst>
                    <a:ext uri="{9D8B030D-6E8A-4147-A177-3AD203B41FA5}">
                      <a16:colId xmlns:a16="http://schemas.microsoft.com/office/drawing/2014/main" val="13629434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 dirty="0">
                          <a:effectLst/>
                        </a:rPr>
                        <a:t>Tabla</a:t>
                      </a:r>
                      <a:endParaRPr lang="es-MX" sz="1200" b="1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Descripción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36541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configuracion_evento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Almacena datos del evento como fecha, hora, salón y número de mesas.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7983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mesas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Registra las mesas del evento, su capacidad y asientos ocupados.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33765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pases_invitados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Contiene la información de invitados, código de acceso y mesa asignada.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2801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registros_entrada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Guarda el registro de ingreso de los invitados al evento.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524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descargas_invitacion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Registra las descargas de la invitación o código QR.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49094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>
                          <a:effectLst/>
                        </a:rPr>
                        <a:t>perfiles_usuario</a:t>
                      </a:r>
                      <a:endParaRPr lang="es-MX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200" b="1" kern="100" dirty="0">
                          <a:effectLst/>
                        </a:rPr>
                        <a:t>Almacena los usuarios del sistema y su rol.</a:t>
                      </a:r>
                      <a:endParaRPr lang="es-MX" sz="1200" b="1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02524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094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4CDE668-41FA-A2B5-7CB7-1790086D75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44" y="1438275"/>
            <a:ext cx="6096000" cy="3429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5D7B94B-7331-382F-0DDF-40DB622E123C}"/>
              </a:ext>
            </a:extLst>
          </p:cNvPr>
          <p:cNvSpPr txBox="1"/>
          <p:nvPr/>
        </p:nvSpPr>
        <p:spPr>
          <a:xfrm>
            <a:off x="580319" y="5002769"/>
            <a:ext cx="5258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Panel de tablas del sistema en </a:t>
            </a:r>
            <a:r>
              <a:rPr lang="es-MX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Supabase</a:t>
            </a:r>
            <a:r>
              <a:rPr lang="es-MX" sz="1800" i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4AA4706-84AF-193B-93B1-F57C368EF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019" y="1485899"/>
            <a:ext cx="5963356" cy="335480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91CC0CB-F858-5AC9-EEC1-8C564A1DBE4C}"/>
              </a:ext>
            </a:extLst>
          </p:cNvPr>
          <p:cNvSpPr txBox="1"/>
          <p:nvPr/>
        </p:nvSpPr>
        <p:spPr>
          <a:xfrm>
            <a:off x="6447366" y="5002769"/>
            <a:ext cx="54306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lang="es-MX" sz="1800" i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Estructura de la tabla </a:t>
            </a:r>
            <a:r>
              <a:rPr lang="es-MX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pases_invitados</a:t>
            </a:r>
            <a:r>
              <a:rPr lang="es-MX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dentro de la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439068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9B44DD-E625-1B79-94E8-D6093D46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Desarrollo de la codificación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96C4F4-93AE-0D68-A0E1-143796EFB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El desarrollo del sistema se realizó utilizando Visual Studio </a:t>
            </a:r>
            <a:r>
              <a:rPr lang="es-MX" dirty="0" err="1"/>
              <a:t>Code</a:t>
            </a:r>
            <a:r>
              <a:rPr lang="es-MX" dirty="0"/>
              <a:t>, donde se implementa la lógica del sistema mediante JavaScript.</a:t>
            </a:r>
          </a:p>
          <a:p>
            <a:pPr marL="0" indent="0" algn="just">
              <a:buNone/>
            </a:pPr>
            <a:r>
              <a:rPr lang="es-MX" dirty="0"/>
              <a:t>Primero se desarrolló la estructura de las páginas utilizando HTML, lo que permitió crear formularios para capturar la información del evento y de los invitados.</a:t>
            </a:r>
          </a:p>
          <a:p>
            <a:pPr marL="0" indent="0" algn="just">
              <a:buNone/>
            </a:pPr>
            <a:r>
              <a:rPr lang="es-MX" dirty="0"/>
              <a:t>Posteriormente se aplicaron estilos mediante CSS, lo que permitió mejorar la presentación visual del sistema.</a:t>
            </a:r>
          </a:p>
          <a:p>
            <a:pPr marL="0" indent="0" algn="just">
              <a:buNone/>
            </a:pPr>
            <a:r>
              <a:rPr lang="es-MX" dirty="0"/>
              <a:t>Finalmente se implementó la lógica del sistema mediante JavaScript, permitiendo procesar los datos capturados en los formularios y enviarlos a la base de datos en </a:t>
            </a:r>
            <a:r>
              <a:rPr lang="es-MX" dirty="0" err="1"/>
              <a:t>Supabase</a:t>
            </a:r>
            <a:r>
              <a:rPr lang="es-MX" dirty="0"/>
              <a:t> para su almacenamiento.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87060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A3831EF2-A244-7880-D6DF-B6ADE4CC1911}"/>
              </a:ext>
            </a:extLst>
          </p:cNvPr>
          <p:cNvSpPr txBox="1"/>
          <p:nvPr/>
        </p:nvSpPr>
        <p:spPr>
          <a:xfrm>
            <a:off x="1228725" y="63018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lang="es-MX" sz="1800" i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Fragmento del código JavaScript utilizado en el sistema.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6F18680-E180-B844-DFB6-8383914AD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27861"/>
            <a:ext cx="11153775" cy="627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20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F98FC-AB49-41E4-D183-C2CF93929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Resultados obtenidos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B6B872-823B-13CC-A108-D043FAF23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Como resultado de la práctica se logró desarrollar una versión inicial funcional del sistema </a:t>
            </a:r>
            <a:r>
              <a:rPr lang="es-MX" dirty="0" err="1"/>
              <a:t>EventControl</a:t>
            </a:r>
            <a:r>
              <a:rPr lang="es-MX" dirty="0"/>
              <a:t>, capaz de registrar información relacionada con los eventos y los invitados.</a:t>
            </a:r>
          </a:p>
          <a:p>
            <a:pPr marL="0" indent="0" algn="just">
              <a:buNone/>
            </a:pPr>
            <a:r>
              <a:rPr lang="es-MX" dirty="0"/>
              <a:t>El sistema permite almacenar información dentro de una base de datos y facilita la gestión de los invitados mediante herramientas digitales.</a:t>
            </a:r>
          </a:p>
          <a:p>
            <a:pPr marL="0" indent="0" algn="just">
              <a:buNone/>
            </a:pPr>
            <a:r>
              <a:rPr lang="es-MX" dirty="0"/>
              <a:t>La implementación del sistema demuestra la aplicación práctica de los conceptos aprendidos durante la materia de Ingeniería de Software.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6972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AC5D9-9FD1-99B5-CB0C-FC5B34DE4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837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sz="4400" b="1" dirty="0">
                <a:solidFill>
                  <a:schemeClr val="accent1"/>
                </a:solidFill>
                <a:latin typeface="+mj-lt"/>
              </a:rPr>
              <a:t>Conclusión</a:t>
            </a:r>
          </a:p>
          <a:p>
            <a:pPr marL="0" indent="0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La realización de esta práctica permitió comprender la importancia de la etapa de desarrollo dentro del proceso de ingeniería de software.</a:t>
            </a:r>
          </a:p>
          <a:p>
            <a:pPr marL="0" indent="0" algn="just">
              <a:buNone/>
            </a:pPr>
            <a:r>
              <a:rPr lang="es-MX" dirty="0"/>
              <a:t>Mediante la implementación del sistema </a:t>
            </a:r>
            <a:r>
              <a:rPr lang="es-MX" dirty="0" err="1"/>
              <a:t>EventControl</a:t>
            </a:r>
            <a:r>
              <a:rPr lang="es-MX" dirty="0"/>
              <a:t> se aplicaron conocimientos relacionados con programación, diseño de interfaces y manejo de bases de datos.</a:t>
            </a:r>
          </a:p>
          <a:p>
            <a:pPr marL="0" indent="0" algn="just">
              <a:buNone/>
            </a:pPr>
            <a:r>
              <a:rPr lang="es-MX" dirty="0"/>
              <a:t>El uso de tecnologías como JavaScript, HTML, CSS y </a:t>
            </a:r>
            <a:r>
              <a:rPr lang="es-MX" dirty="0" err="1"/>
              <a:t>Supabase</a:t>
            </a:r>
            <a:r>
              <a:rPr lang="es-MX" dirty="0"/>
              <a:t> permitió desarrollar una solución digital capaz de gestionar información relacionada con la organización de eventos.</a:t>
            </a:r>
          </a:p>
          <a:p>
            <a:pPr marL="0" indent="0" algn="just">
              <a:buNone/>
            </a:pPr>
            <a:r>
              <a:rPr lang="es-MX" dirty="0"/>
              <a:t>Esto demuestra la importancia de utilizar herramientas tecnológicas modernas para desarrollar sistemas que permitan resolver problemas reales.</a:t>
            </a:r>
          </a:p>
        </p:txBody>
      </p:sp>
    </p:spTree>
    <p:extLst>
      <p:ext uri="{BB962C8B-B14F-4D97-AF65-F5344CB8AC3E}">
        <p14:creationId xmlns:p14="http://schemas.microsoft.com/office/powerpoint/2010/main" val="41559223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1191</Words>
  <Application>Microsoft Office PowerPoint</Application>
  <PresentationFormat>Panorámica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  <vt:lpstr>justificacion</vt:lpstr>
      <vt:lpstr>Herramientas y tecnologías utilizadas</vt:lpstr>
      <vt:lpstr>Descripción del sistema EventControl</vt:lpstr>
      <vt:lpstr>Presentación de PowerPoint</vt:lpstr>
      <vt:lpstr>Funcionalidades implementadas</vt:lpstr>
      <vt:lpstr>Diseño de la base de datos</vt:lpstr>
      <vt:lpstr>Presentación de PowerPoint</vt:lpstr>
      <vt:lpstr>Desarrollo de la codificación</vt:lpstr>
      <vt:lpstr>Presentación de PowerPoint</vt:lpstr>
      <vt:lpstr>Resultados obtenidos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23</cp:revision>
  <dcterms:created xsi:type="dcterms:W3CDTF">2026-02-14T13:39:49Z</dcterms:created>
  <dcterms:modified xsi:type="dcterms:W3CDTF">2026-03-15T04:39:36Z</dcterms:modified>
</cp:coreProperties>
</file>